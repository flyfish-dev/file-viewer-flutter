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0"/>
  </p:sldMasterIdLst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10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le View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85800" y="457200"/>
            <a:ext cx="438912" cy="438912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1280160" y="5212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300" b="1">
                <a:solidFill>
                  <a:srgbClr val="526275"/>
                </a:solidFill>
                <a:latin typeface="Arial"/>
              </a:rPr>
              <a:t>FILE VIEWER  /  FLUTTER</a:t>
            </a:r>
          </a:p>
        </p:txBody>
      </p:sp>
      <p:sp>
        <p:nvSpPr>
          <p:cNvPr id="10" name="Shape 10"/>
          <p:cNvSpPr/>
          <p:nvPr/>
        </p:nvSpPr>
        <p:spPr>
          <a:xfrm>
            <a:off x="713232" y="1572768"/>
            <a:ext cx="73152" cy="2103120"/>
          </a:xfrm>
          <a:prstGeom prst="rect">
            <a:avLst/>
          </a:prstGeom>
          <a:solidFill>
            <a:srgbClr val="0C989D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87552" y="155448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4300" b="1">
                <a:solidFill>
                  <a:srgbClr val="172033"/>
                </a:solidFill>
                <a:latin typeface="Arial"/>
              </a:rPr>
              <a:t>Documents that</a:t>
            </a:r>
          </a:p>
          <a:p>
            <a:pPr>
              <a:lnSpc>
                <a:spcPct val="115000"/>
              </a:lnSpc>
            </a:pPr>
            <a:r>
              <a:rPr lang="en-US" sz="4300" b="1">
                <a:solidFill>
                  <a:srgbClr val="172033"/>
                </a:solidFill>
                <a:latin typeface="Arial"/>
              </a:rPr>
              <a:t>fit your screen.</a:t>
            </a:r>
          </a:p>
        </p:txBody>
      </p:sp>
      <p:sp>
        <p:nvSpPr>
          <p:cNvPr id="12" name="Shape 12"/>
          <p:cNvSpPr/>
          <p:nvPr/>
        </p:nvSpPr>
        <p:spPr>
          <a:xfrm>
            <a:off x="1005840" y="4050792"/>
            <a:ext cx="6995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900" b="0">
                <a:solidFill>
                  <a:srgbClr val="526275"/>
                </a:solidFill>
                <a:latin typeface="Arial"/>
              </a:rPr>
              <a:t>A Flutter presentation viewport, powered by</a:t>
            </a:r>
          </a:p>
          <a:p>
            <a:pPr>
              <a:lnSpc>
                <a:spcPct val="115000"/>
              </a:lnSpc>
            </a:pPr>
            <a:r>
              <a:rPr lang="en-US" sz="1900" b="0">
                <a:solidFill>
                  <a:srgbClr val="526275"/>
                </a:solidFill>
                <a:latin typeface="Arial"/>
              </a:rPr>
              <a:t>the shared File Viewer rendering engine.</a:t>
            </a:r>
          </a:p>
        </p:txBody>
      </p:sp>
      <p:sp>
        <p:nvSpPr>
          <p:cNvPr id="13" name="Shape 13"/>
          <p:cNvSpPr/>
          <p:nvPr/>
        </p:nvSpPr>
        <p:spPr>
          <a:xfrm>
            <a:off x="8686800" y="1600200"/>
            <a:ext cx="2697480" cy="3520440"/>
          </a:xfrm>
          <a:prstGeom prst="rect">
            <a:avLst/>
          </a:prstGeom>
          <a:solidFill>
            <a:srgbClr val="E4EFF1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006840" y="1993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200" b="1">
                <a:solidFill>
                  <a:srgbClr val="0C989D"/>
                </a:solidFill>
                <a:latin typeface="Arial"/>
              </a:rPr>
              <a:t>ONE VIEWPORT</a:t>
            </a:r>
          </a:p>
        </p:txBody>
      </p:sp>
      <p:sp>
        <p:nvSpPr>
          <p:cNvPr id="15" name="Shape 15"/>
          <p:cNvSpPr/>
          <p:nvPr/>
        </p:nvSpPr>
        <p:spPr>
          <a:xfrm>
            <a:off x="9006840" y="2697480"/>
            <a:ext cx="2057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500" b="1">
                <a:solidFill>
                  <a:srgbClr val="172033"/>
                </a:solidFill>
                <a:latin typeface="Arial"/>
              </a:rPr>
              <a:t>Fit. Zoom.</a:t>
            </a:r>
          </a:p>
          <a:p>
            <a:pPr>
              <a:lnSpc>
                <a:spcPct val="115000"/>
              </a:lnSpc>
            </a:pPr>
            <a:r>
              <a:rPr lang="en-US" sz="2500" b="1">
                <a:solidFill>
                  <a:srgbClr val="172033"/>
                </a:solidFill>
                <a:latin typeface="Arial"/>
              </a:rPr>
              <a:t>Present.</a:t>
            </a:r>
          </a:p>
        </p:txBody>
      </p:sp>
      <p:sp>
        <p:nvSpPr>
          <p:cNvPr id="16" name="Shape 16"/>
          <p:cNvSpPr/>
          <p:nvPr/>
        </p:nvSpPr>
        <p:spPr>
          <a:xfrm>
            <a:off x="9006840" y="409651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400" b="0">
                <a:solidFill>
                  <a:srgbClr val="526275"/>
                </a:solidFill>
                <a:latin typeface="Arial"/>
              </a:rPr>
              <a:t>Native surfaces.</a:t>
            </a:r>
          </a:p>
          <a:p>
            <a:pPr>
              <a:lnSpc>
                <a:spcPct val="115000"/>
              </a:lnSpc>
            </a:pPr>
            <a:r>
              <a:rPr lang="en-US" sz="1400" b="0">
                <a:solidFill>
                  <a:srgbClr val="526275"/>
                </a:solidFill>
                <a:latin typeface="Arial"/>
              </a:rPr>
              <a:t>Offline resources.</a:t>
            </a:r>
          </a:p>
        </p:txBody>
      </p:sp>
      <p:sp>
        <p:nvSpPr>
          <p:cNvPr id="4" name="Shape 4"/>
          <p:cNvSpPr/>
          <p:nvPr/>
        </p:nvSpPr>
        <p:spPr>
          <a:xfrm>
            <a:off x="731520" y="6291072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100" b="0">
                <a:solidFill>
                  <a:srgbClr val="64748B"/>
                </a:solidFill>
                <a:latin typeface="Arial"/>
              </a:rPr>
              <a:t>Presentation tour  ·  Generated locally  ·  Bundled offline</a:t>
            </a:r>
          </a:p>
        </p:txBody>
      </p:sp>
      <p:sp>
        <p:nvSpPr>
          <p:cNvPr id="5" name="Shape 5"/>
          <p:cNvSpPr/>
          <p:nvPr/>
        </p:nvSpPr>
        <p:spPr>
          <a:xfrm>
            <a:off x="11018520" y="627278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200" b="1">
                <a:solidFill>
                  <a:srgbClr val="0C989D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le View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85800" y="457200"/>
            <a:ext cx="438912" cy="438912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1280160" y="5212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300" b="1">
                <a:solidFill>
                  <a:srgbClr val="526275"/>
                </a:solidFill>
                <a:latin typeface="Arial"/>
              </a:rPr>
              <a:t>FILE VIEWER  /  FLUTTER</a:t>
            </a:r>
          </a:p>
        </p:txBody>
      </p:sp>
      <p:sp>
        <p:nvSpPr>
          <p:cNvPr id="10" name="Shape 10"/>
          <p:cNvSpPr/>
          <p:nvPr/>
        </p:nvSpPr>
        <p:spPr>
          <a:xfrm>
            <a:off x="731520" y="132588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3200" b="1">
                <a:solidFill>
                  <a:srgbClr val="172033"/>
                </a:solidFill>
                <a:latin typeface="Arial"/>
              </a:rPr>
              <a:t>Three ways to frame a slide</a:t>
            </a:r>
          </a:p>
        </p:txBody>
      </p:sp>
      <p:sp>
        <p:nvSpPr>
          <p:cNvPr id="11" name="Shape 11"/>
          <p:cNvSpPr/>
          <p:nvPr/>
        </p:nvSpPr>
        <p:spPr>
          <a:xfrm>
            <a:off x="749808" y="199339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700" b="0">
                <a:solidFill>
                  <a:srgbClr val="526275"/>
                </a:solidFill>
                <a:latin typeface="Arial"/>
              </a:rPr>
              <a:t>Use automatic fitting, or choose a view for the task at hand.</a:t>
            </a:r>
          </a:p>
        </p:txBody>
      </p:sp>
      <p:sp>
        <p:nvSpPr>
          <p:cNvPr id="20" name="Shape 20"/>
          <p:cNvSpPr/>
          <p:nvPr/>
        </p:nvSpPr>
        <p:spPr>
          <a:xfrm>
            <a:off x="731520" y="2788920"/>
            <a:ext cx="3401568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731520" y="2788920"/>
            <a:ext cx="3401568" cy="54864"/>
          </a:xfrm>
          <a:prstGeom prst="rect">
            <a:avLst/>
          </a:prstGeom>
          <a:solidFill>
            <a:srgbClr val="0C989D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960120" y="32004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400" b="1">
                <a:solidFill>
                  <a:srgbClr val="172033"/>
                </a:solidFill>
                <a:latin typeface="Arial"/>
              </a:rPr>
              <a:t>Auto fit</a:t>
            </a:r>
          </a:p>
        </p:txBody>
      </p:sp>
      <p:sp>
        <p:nvSpPr>
          <p:cNvPr id="23" name="Shape 23"/>
          <p:cNvSpPr/>
          <p:nvPr/>
        </p:nvSpPr>
        <p:spPr>
          <a:xfrm>
            <a:off x="960120" y="393192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Keep the full slide visible</a:t>
            </a:r>
          </a:p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inside the available viewport.</a:t>
            </a:r>
          </a:p>
        </p:txBody>
      </p:sp>
      <p:sp>
        <p:nvSpPr>
          <p:cNvPr id="24" name="Shape 24"/>
          <p:cNvSpPr/>
          <p:nvPr/>
        </p:nvSpPr>
        <p:spPr>
          <a:xfrm>
            <a:off x="4389120" y="2788920"/>
            <a:ext cx="3401568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389120" y="2788920"/>
            <a:ext cx="3401568" cy="54864"/>
          </a:xfrm>
          <a:prstGeom prst="rect">
            <a:avLst/>
          </a:prstGeom>
          <a:solidFill>
            <a:srgbClr val="0C989D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4617720" y="32004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400" b="1">
                <a:solidFill>
                  <a:srgbClr val="172033"/>
                </a:solidFill>
                <a:latin typeface="Arial"/>
              </a:rPr>
              <a:t>Fit width</a:t>
            </a:r>
          </a:p>
        </p:txBody>
      </p:sp>
      <p:sp>
        <p:nvSpPr>
          <p:cNvPr id="27" name="Shape 27"/>
          <p:cNvSpPr/>
          <p:nvPr/>
        </p:nvSpPr>
        <p:spPr>
          <a:xfrm>
            <a:off x="4617720" y="393192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Use the available width</a:t>
            </a:r>
          </a:p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for a closer reading view.</a:t>
            </a:r>
          </a:p>
        </p:txBody>
      </p:sp>
      <p:sp>
        <p:nvSpPr>
          <p:cNvPr id="28" name="Shape 28"/>
          <p:cNvSpPr/>
          <p:nvPr/>
        </p:nvSpPr>
        <p:spPr>
          <a:xfrm>
            <a:off x="8046720" y="2788920"/>
            <a:ext cx="3401568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8046720" y="2788920"/>
            <a:ext cx="3401568" cy="54864"/>
          </a:xfrm>
          <a:prstGeom prst="rect">
            <a:avLst/>
          </a:prstGeom>
          <a:solidFill>
            <a:srgbClr val="0C989D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8275320" y="32004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400" b="1">
                <a:solidFill>
                  <a:srgbClr val="172033"/>
                </a:solidFill>
                <a:latin typeface="Arial"/>
              </a:rPr>
              <a:t>Actual size</a:t>
            </a:r>
          </a:p>
        </p:txBody>
      </p:sp>
      <p:sp>
        <p:nvSpPr>
          <p:cNvPr id="31" name="Shape 31"/>
          <p:cNvSpPr/>
          <p:nvPr/>
        </p:nvSpPr>
        <p:spPr>
          <a:xfrm>
            <a:off x="8275320" y="3931920"/>
            <a:ext cx="2926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Inspect text and shapes</a:t>
            </a:r>
          </a:p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at their natural size.</a:t>
            </a:r>
          </a:p>
        </p:txBody>
      </p:sp>
      <p:sp>
        <p:nvSpPr>
          <p:cNvPr id="4" name="Shape 4"/>
          <p:cNvSpPr/>
          <p:nvPr/>
        </p:nvSpPr>
        <p:spPr>
          <a:xfrm>
            <a:off x="731520" y="6291072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100" b="0">
                <a:solidFill>
                  <a:srgbClr val="64748B"/>
                </a:solidFill>
                <a:latin typeface="Arial"/>
              </a:rPr>
              <a:t>Presentation tour  ·  Generated locally  ·  Bundled offline</a:t>
            </a:r>
          </a:p>
        </p:txBody>
      </p:sp>
      <p:sp>
        <p:nvSpPr>
          <p:cNvPr id="5" name="Shape 5"/>
          <p:cNvSpPr/>
          <p:nvPr/>
        </p:nvSpPr>
        <p:spPr>
          <a:xfrm>
            <a:off x="11018520" y="627278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200" b="1">
                <a:solidFill>
                  <a:srgbClr val="0C989D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le View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85800" y="457200"/>
            <a:ext cx="438912" cy="438912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1280160" y="5212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300" b="1">
                <a:solidFill>
                  <a:srgbClr val="526275"/>
                </a:solidFill>
                <a:latin typeface="Arial"/>
              </a:rPr>
              <a:t>FILE VIEWER  /  FLUTTER</a:t>
            </a:r>
          </a:p>
        </p:txBody>
      </p:sp>
      <p:sp>
        <p:nvSpPr>
          <p:cNvPr id="10" name="Shape 10"/>
          <p:cNvSpPr/>
          <p:nvPr/>
        </p:nvSpPr>
        <p:spPr>
          <a:xfrm>
            <a:off x="731520" y="132588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3200" b="1">
                <a:solidFill>
                  <a:srgbClr val="172033"/>
                </a:solidFill>
                <a:latin typeface="Arial"/>
              </a:rPr>
              <a:t>Move through the presentation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777240" y="2331720"/>
            <a:ext cx="658368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200" b="0">
                <a:solidFill>
                  <a:srgbClr val="334155"/>
                </a:solidFill>
                <a:latin typeface="Arial"/>
              </a:rPr>
              <a:t>01   Browse between slides</a:t>
            </a:r>
          </a:p>
          <a:p>
            <a:pPr>
              <a:lnSpc>
                <a:spcPct val="115000"/>
              </a:lnSpc>
            </a:pPr>
            <a:r>
              <a:rPr lang="en-US" sz="2200" b="0">
                <a:solidFill>
                  <a:srgbClr val="334155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</a:pPr>
            <a:r>
              <a:rPr lang="en-US" sz="2200" b="0">
                <a:solidFill>
                  <a:srgbClr val="334155"/>
                </a:solidFill>
                <a:latin typeface="Arial"/>
              </a:rPr>
              <a:t>02   Keep the chosen zoom</a:t>
            </a:r>
          </a:p>
          <a:p>
            <a:pPr>
              <a:lnSpc>
                <a:spcPct val="115000"/>
              </a:lnSpc>
            </a:pPr>
            <a:r>
              <a:rPr lang="en-US" sz="2200" b="0">
                <a:solidFill>
                  <a:srgbClr val="334155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</a:pPr>
            <a:r>
              <a:rPr lang="en-US" sz="2200" b="0">
                <a:solidFill>
                  <a:srgbClr val="334155"/>
                </a:solidFill>
                <a:latin typeface="Arial"/>
              </a:rPr>
              <a:t>03   Enter and leave slideshow mode</a:t>
            </a:r>
          </a:p>
        </p:txBody>
      </p:sp>
      <p:sp>
        <p:nvSpPr>
          <p:cNvPr id="12" name="Shape 12"/>
          <p:cNvSpPr/>
          <p:nvPr/>
        </p:nvSpPr>
        <p:spPr>
          <a:xfrm>
            <a:off x="8001000" y="2331720"/>
            <a:ext cx="3337560" cy="2651760"/>
          </a:xfrm>
          <a:prstGeom prst="rect">
            <a:avLst/>
          </a:prstGeom>
          <a:solidFill>
            <a:srgbClr val="E4EFF1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8275320" y="278892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2300" b="1">
                <a:solidFill>
                  <a:srgbClr val="0C989D"/>
                </a:solidFill>
                <a:latin typeface="Arial"/>
              </a:rPr>
              <a:t>1 / 3   →   2 / 3</a:t>
            </a:r>
          </a:p>
        </p:txBody>
      </p:sp>
      <p:sp>
        <p:nvSpPr>
          <p:cNvPr id="14" name="Shape 14"/>
          <p:cNvSpPr/>
          <p:nvPr/>
        </p:nvSpPr>
        <p:spPr>
          <a:xfrm>
            <a:off x="8275320" y="3685032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Try the page controls</a:t>
            </a:r>
          </a:p>
          <a:p>
            <a:pPr>
              <a:lnSpc>
                <a:spcPct val="115000"/>
              </a:lnSpc>
            </a:pPr>
            <a:r>
              <a:rPr lang="en-US" sz="1600" b="0">
                <a:solidFill>
                  <a:srgbClr val="526275"/>
                </a:solidFill>
                <a:latin typeface="Arial"/>
              </a:rPr>
              <a:t>and slideshow button.</a:t>
            </a:r>
          </a:p>
        </p:txBody>
      </p:sp>
      <p:sp>
        <p:nvSpPr>
          <p:cNvPr id="4" name="Shape 4"/>
          <p:cNvSpPr/>
          <p:nvPr/>
        </p:nvSpPr>
        <p:spPr>
          <a:xfrm>
            <a:off x="731520" y="6291072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100" b="0">
                <a:solidFill>
                  <a:srgbClr val="64748B"/>
                </a:solidFill>
                <a:latin typeface="Arial"/>
              </a:rPr>
              <a:t>Presentation tour  ·  Generated locally  ·  Bundled offline</a:t>
            </a:r>
          </a:p>
        </p:txBody>
      </p:sp>
      <p:sp>
        <p:nvSpPr>
          <p:cNvPr id="5" name="Shape 5"/>
          <p:cNvSpPr/>
          <p:nvPr/>
        </p:nvSpPr>
        <p:spPr>
          <a:xfrm>
            <a:off x="11018520" y="627278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lnSpc>
                <a:spcPct val="115000"/>
              </a:lnSpc>
            </a:pPr>
            <a:r>
              <a:rPr lang="en-US" sz="1200" b="1">
                <a:solidFill>
                  <a:srgbClr val="0C989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